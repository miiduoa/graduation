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駕駛艙式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角色 · 14 條跨角色聯動 · AI 三層腦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7315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組員：周攸晨 · 顧晉瑋 · 楊世堅 · 吳容陞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口試日 2026-05-23  ·  指導老師：____________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789920" y="5486400"/>
            <a:ext cx="1371600" cy="1371600"/>
          </a:xfrm>
          <a:prstGeom prst="rect">
            <a:avLst/>
          </a:prstGeom>
          <a:solidFill>
            <a:srgbClr val="FF8C42">
              <a:alpha val="2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0" y="5029200"/>
            <a:ext cx="548640" cy="5486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組員分工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155448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" y="1554480"/>
            <a:ext cx="2606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學生視角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866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周攸晨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0010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駕駛艙概念講解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TodayCockpit / 繳交流程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0420" y="155448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0420" y="1554480"/>
            <a:ext cx="2606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186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老師視角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330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顧晉瑋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3474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+ aiOrchestrator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TeacherCockpit / AI 起草評語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155448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554480"/>
            <a:ext cx="2606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50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餐廳視角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794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楊世堅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6938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應用層 + 7 條 guardrail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VendorDashboard / 訂單佇列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9700" y="155448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29700" y="1554480"/>
            <a:ext cx="26060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114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主任視角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1258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吳容陞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0402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 + Q&amp;A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DepartmentDashboard / 系所健康度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演示時 4 人各持一台 iPhone 並輪流操作 + 講解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我們解決什麼問題？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2103120"/>
            <a:ext cx="914400" cy="9144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資訊散落多 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TronClass、學校網站、餐廳 LINE、各種公告系統。學生開了 5 個 App 還不知道今天該做什麼。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103120"/>
            <a:ext cx="914400" cy="9144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 chatbot 不懂校園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4023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ChatGPT 不知道這位學生有 5 門課、明天有 3 個 deadline、缺了哪節課。回答無法 actionable。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55480" y="2103120"/>
            <a:ext cx="914400" cy="9144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🔌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0392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角色之間零聯動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4023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老師發提醒 → 學生要自己刷新；餐廳出餐 → 學生不知道；主任公告 → 沒人看到。資料流是斷的。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PRODUCT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不是另一個 LMS — 而是「校園駕駛艙」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駕駛艙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2606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每個角色打開 App 看到的不是「全部功能」，而是「今天最該做的 3 件事」。AI 即時演算優先級。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01168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跨角色聯動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種事件走同一條 RoleEventBus。老師按下「批改」，學生 inbox 即時跳 + AI 重算今日待辦。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01168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 AI 三層腦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5440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思考層 / 學習層 / 應用層。所有 AI 計算都在本地，不依賴外部 API key，斷網也能跑。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五個角色，五種駕駛艙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" y="1554480"/>
            <a:ext cx="21214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48056" y="192024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39496" y="3108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9496" y="36118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顧晉瑋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" y="4023360"/>
            <a:ext cx="1572768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4160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TodayCockpit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" y="45262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待辦 / 風險課 / 錯題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34056" y="1554480"/>
            <a:ext cx="21214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34056" y="192024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2825496" y="3108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25496" y="36118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張怡君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08376" y="4023360"/>
            <a:ext cx="1572768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5496" y="4160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TeacherCockpit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16936" y="45262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待批改 / 缺繳 / 紅旗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0056" y="1554480"/>
            <a:ext cx="21214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0056" y="192024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5111496" y="3108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助教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11496" y="36118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林助教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94376" y="4023360"/>
            <a:ext cx="1572768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4160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2936" y="45262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待批改 / 待回覆 / 求助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06056" y="1554480"/>
            <a:ext cx="21214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06056" y="192024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7397496" y="3108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97496" y="36118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黃主任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0376" y="4023360"/>
            <a:ext cx="1572768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496" y="4160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DepartmentDashboard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88936" y="45262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風險課 / 待批改 / 出席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92056" y="1554480"/>
            <a:ext cx="21214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592056" y="192024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9683496" y="3108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683496" y="36118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阿英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66376" y="4023360"/>
            <a:ext cx="1572768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83496" y="4160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74936" y="45262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新訂單 / 製作中 / 待取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📸 預留：5 角色 LoginLanding 實機截圖（S10）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 1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學生視角｜TodayCockpit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0040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TodayCockpit 實機截圖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存檔位置：S01-today-cockpit.png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463040" cy="274320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965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🎯</a:t>
            </a:r>
            <a:endParaRPr lang="en-US" sz="192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焦點 CTA 黑卡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推算 next task + 預估時長，點下去直接進去做。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3108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1920" dirty="0"/>
          </a:p>
        </p:txBody>
      </p:sp>
      <p:sp>
        <p:nvSpPr>
          <p:cNvPr id="17" name="Text 15"/>
          <p:cNvSpPr/>
          <p:nvPr/>
        </p:nvSpPr>
        <p:spPr>
          <a:xfrm>
            <a:off x="5760720" y="2971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Hero AI summary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3337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aiSummarizeStudentInbox 分析 inbox 推一句話建議。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7764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4251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📥</a:t>
            </a:r>
            <a:endParaRPr lang="en-US" sz="1920" dirty="0"/>
          </a:p>
        </p:txBody>
      </p:sp>
      <p:sp>
        <p:nvSpPr>
          <p:cNvPr id="22" name="Text 20"/>
          <p:cNvSpPr/>
          <p:nvPr/>
        </p:nvSpPr>
        <p:spPr>
          <a:xfrm>
            <a:off x="576072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「來自老師」section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4480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即時推送：成績、評語、提醒、公告。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512064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5394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1920" dirty="0"/>
          </a:p>
        </p:txBody>
      </p:sp>
      <p:sp>
        <p:nvSpPr>
          <p:cNvPr id="27" name="Text 25"/>
          <p:cNvSpPr/>
          <p:nvPr/>
        </p:nvSpPr>
        <p:spPr>
          <a:xfrm>
            <a:off x="5760720" y="5257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訂餐推薦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recommendMerchantsForStudent 依時段 + 上次喜好。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 2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老師視角｜TeacherCockpit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0040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TeacherCockpit 實機截圖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存檔位置：S03-teacher-cockpit.png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463040" cy="274320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320040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0624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8912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影片：cockpit 全貌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存檔位置：V01-teacher-cockpit-overview.mp4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1645920"/>
            <a:ext cx="1463040" cy="274320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16916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🚩 紅旗學生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缺繳達 3 份自動標記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28803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✨ AI 起草評語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6384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aiPreReviewGrade 預判分數影響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40690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📣 AI 預測補交率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aiForecastBulkReminder + needsConfirm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52578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6384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🔴 即時收件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0" y="5760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subscribe homework_submitted/discussion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ROLES 3 - 5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 · 🏛 主任 · 🍱 餐廳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 林助教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108960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存檔位置：S06-ta-dashboard.png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5074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🚨 高優先求助 critical 紅旗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5404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🆕 即時學生發討論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733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💡 inline aiTANextAction 決策層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6062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💬 Modal 直接回覆求助學生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554480"/>
            <a:ext cx="3657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 黃主任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3108960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DepartmentDashboard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存檔位置：S08-department-dashboard.png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5074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🤖 系所健康度（aiDepartmentHealthScore）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5404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🚩 topRisks 自動標出風險課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5733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📢 一鍵廣播 → 全系 inbox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6062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🔴 全系即時動態瀑布流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 阿英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12480" y="2331720"/>
            <a:ext cx="3108960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41248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5953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VendorDashboard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存檔位置：S07-vendor-dashboard.png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5074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🤖 aiVendorNextAction 下一步建議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5404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🏪 多店切換（merchant context）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5733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📋 訂單佇列即時 +1（subscribe order_placed）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66760" y="6062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🔄 開始備餐 → 待取 → 已交付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三層腦：思考 → 學習 → 應用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468880"/>
          </a:xfrm>
          <a:prstGeom prst="rect">
            <a:avLst/>
          </a:prstGeom>
          <a:solidFill>
            <a:srgbClr val="FFFFFF"/>
          </a:solidFill>
          <a:ln w="38100">
            <a:solidFill>
              <a:srgbClr val="5B9BD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思考層 aiThinking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observeStudentState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inferConcerns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rankActions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buildNarrative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57600" cy="2468880"/>
          </a:xfrm>
          <a:prstGeom prst="rect">
            <a:avLst/>
          </a:prstGeom>
          <a:solidFill>
            <a:srgbClr val="FFFFFF"/>
          </a:solidFill>
          <a:ln w="38100">
            <a:solidFill>
              <a:srgbClr val="70AD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828800"/>
            <a:ext cx="3657600" cy="36576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學習層 aiLearning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recordInteraction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computePreferenceProfile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discoverPatterns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selfReflect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57600" cy="2468880"/>
          </a:xfrm>
          <a:prstGeom prst="rect">
            <a:avLst/>
          </a:prstGeom>
          <a:solidFill>
            <a:srgbClr val="FFFFFF"/>
          </a:solidFill>
          <a:ln w="38100">
            <a:solidFill>
              <a:srgbClr val="ED7D3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828800"/>
            <a:ext cx="3657600" cy="36576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應用層 aiSkillApplicator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2926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applyAndDecide + 7 條 guardrail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auto_push / ask_user / block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appendAuditLog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0E1742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aiOrchestrator（動作前後即時演算）  +  proactiveAIAgent（每 15 分鐘背景 scan 5 角色）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aiPreReviewGrade · aiForecastBulkReminder · aiVendorNextAction · aiDepartmentHealthScore · aiCommentOnWhatIf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4297680"/>
            <a:ext cx="0" cy="36576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0" y="4297680"/>
            <a:ext cx="0" cy="36576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58400" y="4297680"/>
            <a:ext cx="0" cy="36576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RoleEventBus｜14 條跨角色事件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0" y="2377440"/>
            <a:ext cx="1828800" cy="1828800"/>
          </a:xfrm>
          <a:prstGeom prst="ellipse">
            <a:avLst/>
          </a:prstGeom>
          <a:solidFill>
            <a:srgbClr val="1E2761"/>
          </a:solidFill>
          <a:ln w="508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2377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Event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483" y="2343750"/>
            <a:ext cx="2413704" cy="685711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18320" y="14630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4183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18037" y="2343750"/>
            <a:ext cx="-2413704" cy="685711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402336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37160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30112" y="4472182"/>
            <a:ext cx="2445074" cy="-861333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18320" y="402336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41832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31408" y="4472182"/>
            <a:ext cx="-2445074" cy="-861333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0" y="44348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4526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394960" y="5303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4407408"/>
            <a:ext cx="0" cy="-155448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6035040"/>
            <a:ext cx="5623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6080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📤 教師 → 學生：grade_published · feedback_drafted · bulk_reminder_sent · attendance_session_opened · homework_published · peer_review_assigned · announcement_posted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63640" y="603504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60807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📥 學生 → 教師：homework_submitted · attendance_checked_in · discussion_posted · help_requested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 ↔ 學生：order_placed · order_status_changed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📣 主任 → 全體：department_broadcast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HIGHLIGHT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AI「動作前演算」— 老師按鈕之前先預判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這跟一般 chatbot 的差別在哪？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一般 AI 在「事後解釋」。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 AI 在「事前演算」。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200400"/>
            <a:ext cx="109728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案例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aiPreReviewGrade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老師打分前 → AI 算「這個分數會讓學生總成績從 65→58 (跌入紅旗)」→ 建議改用鼓勵 tone。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4663440"/>
            <a:ext cx="109728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案例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aiForecastBulkReminder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老師發提醒前 → AI 預估「以這個 tone + 剩 6 小時，預估補交率 32%」→ needsConfirm 跳警示。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486400" cy="23774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21792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V02：AI 預判補交率 Alert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存檔位置：V02-ai-forecast-bulk-reminder.mp4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645920"/>
            <a:ext cx="1463040" cy="274320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5486400" cy="23774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217920" y="4572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V03：AI 起草評語 Modal + AI banner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存檔位置：V03-ai-pre-review-grade-modal.mp4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4114800"/>
            <a:ext cx="1463040" cy="274320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LIVE LINK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跨角色即時聯動｜學生下單 → 餐廳即時收到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20040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V05 學生端：下單流程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存檔位置：V05-vendor-receive-order-realtime.mp4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4023360"/>
            <a:ext cx="1280160" cy="0"/>
          </a:xfrm>
          <a:prstGeom prst="line">
            <a:avLst/>
          </a:prstGeom>
          <a:noFill/>
          <a:ln w="508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1148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order_placed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55448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 學生按「下單」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5877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 simulateStudentOrderFood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0449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emitOrderPlaced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5021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 RoleEventBus 廣播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9593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 VendorDashboard subscribe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44165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6. setOrders push 新訂單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48737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4937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7. pending section 自動展開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5330952"/>
            <a:ext cx="23774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5394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8. aiVendorNextAction 重算 hero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4023360"/>
            <a:ext cx="1280160" cy="0"/>
          </a:xfrm>
          <a:prstGeom prst="line">
            <a:avLst/>
          </a:prstGeom>
          <a:noFill/>
          <a:ln w="508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3210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即時 +1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92640" y="1965960"/>
            <a:ext cx="201168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69264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87552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V06 餐廳推進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存檔位置：V06-vendor-advance-ai-next.mp4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分鐘 / 4 角色串連 / 14 條事件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069848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880360"/>
            <a:ext cx="640080" cy="640080"/>
          </a:xfrm>
          <a:prstGeom prst="ellipse">
            <a:avLst/>
          </a:prstGeom>
          <a:solidFill>
            <a:srgbClr val="EF44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0:00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進老師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39834" y="2880360"/>
            <a:ext cx="640080" cy="64008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9834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11234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1:30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19794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預判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68189" y="288036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8189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39589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2:30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48149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切學生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96543" y="2880360"/>
            <a:ext cx="640080" cy="640080"/>
          </a:xfrm>
          <a:prstGeom prst="ellipse">
            <a:avLst/>
          </a:prstGeom>
          <a:solidFill>
            <a:srgbClr val="EF44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6543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↩️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67943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3:30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76503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回老師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24897" y="2880360"/>
            <a:ext cx="640080" cy="64008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4897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96297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4:00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04857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53251" y="2880360"/>
            <a:ext cx="640080" cy="64008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3251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🔴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24651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5:00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33211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即時下單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81606" y="2880360"/>
            <a:ext cx="640080" cy="6400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81606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353006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6:00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61566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109960" y="2880360"/>
            <a:ext cx="640080" cy="64008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099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📣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88136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7:00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8992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廣播完成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212080"/>
            <a:ext cx="3657600" cy="118872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🎓→👨‍🏫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5715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把學生繳交即時推給老師（待批改 +1）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0" y="5212080"/>
            <a:ext cx="3657600" cy="118872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🎓→🍱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0" y="5715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學生下單，餐廳訂單佇列即時展開新訂單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29600" y="5212080"/>
            <a:ext cx="3657600" cy="118872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🏛→ALL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2480" y="5715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主任廣播 → 全體 inbox 立即進件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TECH &amp; 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 ｜ vs TronClass ｜ Q&amp;A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+ Expo SDK 54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55448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(apps/web)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5760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RoleEventBus + AsyncStorage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5760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3172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離線 model 三層腦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331720"/>
            <a:ext cx="365760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33172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TronClass adapter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2331720"/>
            <a:ext cx="365760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33172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924 / 925 (99.9%)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vs TronClass：我們不取代它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 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4592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LMS 真源（教材、成績、繳交真資料）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4206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校園駕駛艙（高頻動作 native 化 + AI 串成今天要幹嘛）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10972800" cy="4114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17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45920" y="4617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60720" y="4617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三層腦：思考 / 學習 / 應用 + 動作前演算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02920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29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聯動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645920" y="5029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通知靠 email / push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5029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14 種事件即時跨 5 角色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440680"/>
            <a:ext cx="10972800" cy="4114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440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645920" y="5440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需網路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60720" y="5440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offline-first，AI 也離線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 &amp; A  ·  感謝聆聽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校園整合應用 App</dc:title>
  <dc:subject>口試 Demo 簡報 v1</dc:subject>
  <dc:creator>周攸晨、顧晉瑋、楊世堅、吳容陞</dc:creator>
  <cp:lastModifiedBy>周攸晨、顧晉瑋、楊世堅、吳容陞</cp:lastModifiedBy>
  <cp:revision>1</cp:revision>
  <dcterms:created xsi:type="dcterms:W3CDTF">2026-05-15T22:58:34Z</dcterms:created>
  <dcterms:modified xsi:type="dcterms:W3CDTF">2026-05-15T22:58:34Z</dcterms:modified>
</cp:coreProperties>
</file>