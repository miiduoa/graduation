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314695" cy="5029200"/>
          </a:xfrm>
          <a:prstGeom prst="roundRect">
            <a:avLst>
              <a:gd name="adj" fmla="val 8691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3" name="Image 0" descr="/Users/miiduoa/Desktop/畢業專題/.claude/worktrees/priceless-pascal-1e2721/docs/mobile-screenshots/main_screen_after_cold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987552"/>
            <a:ext cx="2168391" cy="4882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校園學習中樞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11480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400" kern="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Learning OS · Mobile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11480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為核心 · 4+1 Tab · 全角色一站式校園 APP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3749040"/>
            <a:ext cx="1828800" cy="2743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iPhone 14 Pro · iOS 18 · Expo SDK 54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0" y="6217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靜宜大學 · 資訊管理學系 · 畢業專題口試 · 2026.05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才是學生主場景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 的校園 App 操作在手機上完成 — 通知、訂餐、簽到、私訊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256032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0089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校園活動發生在 mobile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383280" cy="256032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95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+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48056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原本要切的 APP / LINE 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383280" cy="256032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種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229600" y="3429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本系統一次支援的角色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480560"/>
            <a:ext cx="10698480" cy="164592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DB6AC"/>
                </a:solidFill>
              </a:rPr>
              <a:t>🎯 設計核心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9834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「Hick's Law:首層只 4 個 Tab(今天/學習/校園/訊息),名字所有角色一致;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  Fitts's Law:中央 AI 球比兩側 Tab 大、突出 → 高頻最易點;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  角色策略:Tab 名字統一,內容由各 Stack 內部 dispatcher 依角色適配。」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+ 1 AI-First 導航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個情境 Tab 平均分布,中央 AI 球凸出 — 整個 App 的作業系統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280160"/>
            <a:ext cx="2314695" cy="5029200"/>
          </a:xfrm>
          <a:prstGeom prst="roundRect">
            <a:avLst>
              <a:gd name="adj" fmla="val 8691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main_screen_after_cold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19472" y="1353312"/>
            <a:ext cx="2168391" cy="4882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89120" y="6400800"/>
            <a:ext cx="322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主畫面 · 顯示 AI 主動提案「校園代理已就緒 · 生成今日計畫」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371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17320" y="1371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 Today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統整今日任務、課表、提醒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417320" y="2331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學習 Learn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我的課程、作業、成績、討論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2918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2918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41732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球(中央)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懸浮所有畫面之上 · 對話 / 一鍵動作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2519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2519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141732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 Campus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餐廳 / 圖書館 / 宿舍 / 交通 / 列印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5212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417320" y="5212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 Messages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通知 + 私訊 + 課程群組 + 好友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104120" y="1325880"/>
            <a:ext cx="1783080" cy="4937760"/>
          </a:xfrm>
          <a:prstGeom prst="roundRect">
            <a:avLst>
              <a:gd name="adj" fmla="val 512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04120" y="1325880"/>
            <a:ext cx="17830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全角色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共用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4+1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架構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內容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依角色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切換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 Tab — 學生視角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今日分析 / 等級成就 / 上課路線 / 作業衝刺 / 行政處理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main_screen_after_cold_st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56432" y="1261872"/>
            <a:ext cx="2210476" cy="4974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3716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0" y="1371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「校園代理已就緒」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主動產生今日計畫,而非等學生開啟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0" y="22860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等級 + XP 進度條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出席/繳交/互助 → 校園 Garden 種草 + 成就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0" y="32004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3200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快速 chip:上課路線 / 作業衝刺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兩步觸達最常用情境,大拇指可達區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0" y="41148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4114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今日分析卡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項作業即將到期 + GPA 預測 + 重點突破難題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0" y="5029200"/>
            <a:ext cx="54864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69680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即時更新 timestamp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資料 source-of-truth 顯示,使用者知道新舊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左側抽屜 · 學生 vs 訪客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UI 框架,內容依角色自動切換 — 訪客只看到登入引導,學生看到完整個人功能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128016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drawer_op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1952" y="1353312"/>
            <a:ext cx="2210476" cy="4974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6492240"/>
            <a:ext cx="3271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學生身份 · 完整個人 / 通知 / AI / 學分與畢業規劃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949440" y="128016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/Users/miiduoa/Desktop/畢業專題/.claude/worktrees/priceless-pascal-1e2721/docs/mobile-screenshots/header_drawer_op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22592" y="1353312"/>
            <a:ext cx="2210476" cy="4974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6492240"/>
            <a:ext cx="3271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👀 訪客身份 · 校園訪客 · 學校帳號登入 引導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 Tab — 通知 + 私訊 + 好友 + 群組 一站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校園社群 / 好友與邀請 / 搜尋加好友 / 課程群組 — 四合一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messages_i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56432" y="1261872"/>
            <a:ext cx="2210476" cy="4974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28016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12801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🪐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418320" y="1280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校園社群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動態 / 看板 / 即時 Story / 學伴媒合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0" y="23317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2331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41832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好友與邀請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查看邀請 / 我的好友 / 複製 UID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360" y="338328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33832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41832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搜尋 / 加好友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通訊錄 → 找同校 → 送出好友邀請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595360" y="44348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32520" y="4434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🐻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418320" y="4434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課程群組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加入碼建群 / 課程討論 / 自動入群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5943600"/>
            <a:ext cx="11430000" cy="45720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同時還有自主學習作業、期中考補救作業這些跨角色「待辦事項」卡 — 老師指派、學生接著做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 Tab — 8 類校園服務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餐廳 / 圖書館 / 宿舍 / 交通 / 列印 / 健康 / 物招領 / 無障礙路線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campus_h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56432" y="1261872"/>
            <a:ext cx="2210476" cy="4974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28016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🍱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59536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餐廳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9536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訂餐 / 排隊預測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287000" y="128016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700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0287000" y="1874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圖書館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87000" y="2121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查書 / 續借 / 座位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595360" y="251460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0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59536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宿舍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95360" y="3355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報修 / 訪客登記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287000" y="251460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87000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🚌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1028700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交通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87000" y="3355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公車即時 / 校園接駁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595360" y="374904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🖨️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8595360" y="4343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列印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95360" y="4590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雲端送印 / 取件碼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7000" y="374904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87000" y="3840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10287000" y="4343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健康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287000" y="45902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健康中心 / 預約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595360" y="498348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9536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🎒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8595360" y="5577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物招領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95360" y="5824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失物 / 撿到登記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0287000" y="4983480"/>
            <a:ext cx="16002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287000" y="50749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♿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10287000" y="5577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無障礙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0287000" y="5824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電梯 / 坡道 / 路線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餐廳 · 智慧人潮預測 + 揪團訂餐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靜宜大學 3 間餐廳 · 942 個座位 · AI 預測現在最少人潮的餐廳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cafeteria_restaurant_sel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56432" y="1261872"/>
            <a:ext cx="2210476" cy="4974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5819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51392" y="14630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進來就看到「3 間餐廳 · 942 個座位」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595360" y="20391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51392" y="19202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即時人潮預測 chip: 人少 / 一般 / 滿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595360" y="24963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51392" y="23774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本月餐費追蹤 + 點擊找預算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360" y="29535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51392" y="28346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揪團訂餐:鎖 9-10 人,自動分單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595360" y="34107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51392" y="32918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搜尋店家 / 菜系 / 類型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595360" y="38679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51392" y="37490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靜園餐廳列表 · 1F-3F 300 個座位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595360" y="4325112"/>
            <a:ext cx="128016" cy="128016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51392" y="420624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icon-only 進入詳情(Fitts 大拇指區)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校園助理 · 懸浮 overlay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中央 AI 球任何畫面都可呼叫 — 對話 + 一鍵動作 + 上下文感知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56780" cy="5120640"/>
          </a:xfrm>
          <a:prstGeom prst="roundRect">
            <a:avLst>
              <a:gd name="adj" fmla="val 8536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  <a:effectLst>
            <a:outerShdw sx="100000" sy="100000" kx="0" ky="0" algn="bl" rotWithShape="0" blurRad="279400" dist="50800" dir="5400000">
              <a:srgbClr val="000000">
                <a:alpha val="20000"/>
              </a:srgbClr>
            </a:outerShdw>
          </a:effectLst>
        </p:spPr>
      </p:sp>
      <p:pic>
        <p:nvPicPr>
          <p:cNvPr id="7" name="Image 0" descr="/Users/miiduoa/Desktop/畢業專題/.claude/worktrees/priceless-pascal-1e2721/docs/mobile-screenshots/ai_overlay_opti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56432" y="1261872"/>
            <a:ext cx="2210476" cy="4974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95360" y="12801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128016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32688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「最近操作」chip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訂餐 / 預約座位 / 設定提醒 等 3 顆,讓 returning user 一秒回到上次任務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251460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251460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326880" y="26060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即時警示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「程式設計 HW5 明天 23:59 截止!需要我幫你安排時間完成嗎?」 — AI 主動拉動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95360" y="374904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374904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326880" y="3840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對話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「我可以幫你 ✰直接執行✰ 操作,不只是回答問題」 — 工具呼叫式 agent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595360" y="498348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32520" y="498348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9326880" y="5074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建議快捷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幫我訂午餐 / 我頭有點痛 / 幫我預約圖書館座位 — 上下文 prefilled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角色 × 4+1 Tab 內容矩陣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同一個 Tab,5 種角色看到不一樣的東西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37160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5448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👩‍🎓 學生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8620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5935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🧑‍🏫 教師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🧑‍💻 助教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956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🏛️ 系主任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21240" y="1554480"/>
            <a:ext cx="2011680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94392" y="155448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🛡️ 管理員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37744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3774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今天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7452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今日 / 作業 / 學分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8620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待批改 / 缺交 / 約談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批改佇列 / 求助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系所健康度 / 風險課程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921240" y="23774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94392" y="237744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系統指標 / 異常告警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200400"/>
            <a:ext cx="1371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320040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7452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4767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我的課 / 成績 / 學分試算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8620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我的班 / 點名 / 評量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7103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助教批改 / 成績冊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0956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8271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全系課程統計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21240" y="320040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94392" y="320040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課程資料管理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02336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02336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87452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4767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訂餐 / 借書 / 報修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8620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935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同上(學生身份外)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9788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7103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同上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90956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8271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同上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921240" y="402336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94392" y="402336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系統設定 / 帳號管理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4846320"/>
            <a:ext cx="137160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484632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87452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4767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同學 / 老師 / 課程群組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88620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935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學生求助 / 公告審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89788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7103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 群組 / 學生問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90956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8271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系所廣播 / 公告審核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921240" y="4846320"/>
            <a:ext cx="20116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94392" y="4846320"/>
            <a:ext cx="1865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系統訊息 / 維運告警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— 僅限「在校學生」使用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教師/助教/系主任/管理員 / 校友 / 訪客直接攔截到「學分試算僅限在校學生使用」攔截頁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69280" cy="493776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✅ 學生視角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2219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031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畢業學分進度 78 / 128 學分(61%)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6791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5603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各類學分:必修 / 選修 / 通識 / 體育 / 服務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1363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0175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GPA 總績點 3.55 → 4.00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935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4747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勾下學期想選的課自動算學分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0507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9319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同時段衝堂自動標紅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50799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38912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結合 AI「下學期選什麼最佳?」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1371600"/>
            <a:ext cx="5669280" cy="493776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 w="25400">
            <a:solidFill>
              <a:srgbClr val="FF3B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463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⛔ 非學生(教師/系主任/管理員/校友/訪客)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194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🚫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1D1D"/>
                </a:solidFill>
              </a:rPr>
              <a:t>學分試算僅限在校學生使用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38404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教師端 → 教學工作台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系主任 / 管理員 → 管理後台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 / 訪客 → 唯讀公開資訊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5760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1D1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LearnStack + MeStack 雙重 guard;入口 row、AI 洞察卡、課表 header 按鈕都全部隱藏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跨角色資料貫穿:1 個動作 → N 個角色看到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本機 demoStore + roleEventBus 廣播:學生下單 → 餐廳收到 → 老師看到求助 → 系主任看到課程風險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85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737360"/>
            <a:ext cx="731520" cy="7315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👩‍🎓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56D6"/>
                </a:solidFill>
              </a:rPr>
              <a:t>學生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下訂單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求助 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申請請假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1554480"/>
            <a:ext cx="365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65760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F5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737360"/>
            <a:ext cx="731520" cy="731520"/>
          </a:xfrm>
          <a:prstGeom prst="ellipse">
            <a:avLst/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🧑‍💻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F52DE"/>
                </a:solidFill>
              </a:rPr>
              <a:t>助教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答覆求助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批改作業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1554480"/>
            <a:ext cx="365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76656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567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737360"/>
            <a:ext cx="731520" cy="731520"/>
          </a:xfrm>
          <a:prstGeom prst="ellipse">
            <a:avLst/>
          </a:prstGeom>
          <a:solidFill>
            <a:srgbClr val="3567C8"/>
          </a:solidFill>
          <a:ln w="12700">
            <a:solidFill>
              <a:srgbClr val="3567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🧑‍🏫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67C8"/>
                </a:solidFill>
              </a:rPr>
              <a:t>教師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核准請假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發送提醒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發布成績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98280" y="1554480"/>
            <a:ext cx="365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875520" y="155448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795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52760" y="1737360"/>
            <a:ext cx="731520" cy="731520"/>
          </a:xfrm>
          <a:prstGeom prst="ellipse">
            <a:avLst/>
          </a:prstGeom>
          <a:solidFill>
            <a:srgbClr val="C79532"/>
          </a:solidFill>
          <a:ln w="12700">
            <a:solidFill>
              <a:srgbClr val="C795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527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🏛️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875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9532"/>
                </a:solidFill>
              </a:rPr>
              <a:t>系主任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0" y="315468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審核公告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發系所廣播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看課程風險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612880" cy="1188720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B6AC"/>
                </a:solidFill>
              </a:rPr>
              <a:t>🔄 roleEventBus + demoStore(AsyncStorage)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所有動作寫入本機 store → 用 broadcast (__all__) inbox + per-uid 路由,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切角色立刻看到新狀態。Firebase 沒設定也能跑完整 demo,demo 場景 100% 還原。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技術架構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777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 SDK 54 + React Native 0.81 · 雙平台(iOS + Android) + Web fallback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97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📱 UI / Screen 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63347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14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 SDK 54 + React Native 0.81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9864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Navigation 7 (BottomTab + NativeStack)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401568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2826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4+1 自訂 FloatingTabBar(中央 AI 球)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785616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6667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AsyncStorage 本機資料層 + role event bus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🔐 權限 / 角色層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0600" y="26334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2514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usePermissions hook + RouteGuard component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289864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角色: student / teacher / ta / club_officer /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40156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2826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department_head / admin / alumni / guest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7856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36667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student-only,deep-link 也擋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1508760"/>
            <a:ext cx="3657600" cy="4572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953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AI / 後端層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686800" y="263347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251460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Firebase Auth + Firestore (TronClass 資料)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686800" y="3017520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42832" y="2898648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Functions askCampusAssistant (AI Agent)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0" y="3401568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42832" y="3282696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Supabase LMS v2 (測驗 / 題庫 / Rubric)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0" y="3785616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42832" y="366674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AI service + Offline fallback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6583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14  ·  Campus Mobile · 畢業專題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總結與展望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DB6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Mobile — 從「8 個 APP」走到「1 個 OS」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B6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已完成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8163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6974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4+1 AI-First 導航 + 8 角色矩陣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735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1546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訊息中心:私訊 + 好友 + 群組 + 通知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307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6118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學分試算 student-only 嚴格 guard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879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0690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校園助理懸浮 overlay(對話 + 動作)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451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5262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校園 8 類服務(餐 / 借書 / 修 / 列印 …)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51023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9834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本機 demoStore + roleEventBus 跨角色廣播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5559552"/>
            <a:ext cx="128016" cy="128016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44068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iOS + Android 雙平台 + Web 截圖 fallback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49240" cy="4114800"/>
          </a:xfrm>
          <a:prstGeom prst="roundRect">
            <a:avLst>
              <a:gd name="adj" fmla="val 311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B5F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未來展望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37960" y="28163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269748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上架 TestFlight + Google Play Internal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2735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15468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靜宜 e 校園 SSO 正式接入(取代 mock)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37307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361188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Tools 真實執行(訂餐/借書/請假)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37960" y="41879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406908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推播 + Live Activity(iOS) + Widget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6451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452628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社團活動報名整合 Google Calendar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5102352"/>
            <a:ext cx="128016" cy="128016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498348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校友會就業媒合 + 學長姊履歷指導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4DB6A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Campus Mobile · 畢業專題 · 2026.05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校園學習中樞 — Mobile · 畢業專題口試</dc:title>
  <dc:subject>PptxGenJS Presentation</dc:subject>
  <dc:creator>Campus Mobile Team</dc:creator>
  <cp:lastModifiedBy>Campus Mobile Team</cp:lastModifiedBy>
  <cp:revision>1</cp:revision>
  <dcterms:created xsi:type="dcterms:W3CDTF">2026-05-19T01:22:17Z</dcterms:created>
  <dcterms:modified xsi:type="dcterms:W3CDTF">2026-05-19T01:22:17Z</dcterms:modified>
</cp:coreProperties>
</file>