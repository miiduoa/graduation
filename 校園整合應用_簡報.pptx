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先報系別、題目、指導老師和組員。不要一開始講技術名詞。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用自己會遇到的情況講，不要講「痛點」「賦能」。舉一個例子就好，例如臨時找靜安樓教室。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三個帳號層次講清楚。不要說全部校務都接好了。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指著「學校帳號」「Google 帳號」「可直接瀏覽」三種標籤。這頁是 nuni.tw/search，分類選學習與課務。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主動說這不是教務系統同步。如果被問為什麼有空堂，就說這是瀏覽器裡排的一週，下午那些節沒排課。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分類是校園生活。強調標籤是誠實的，沒接上的就寫沒接上。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如果網路可以，現場直接開 nuni.tw/announcements，比看這張圖更清楚。點一則可以回處室原文。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這張是把瀏覽器縮到手機寬度。如果有實機，改拿手機開同一頁。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被問架構再展開。平常這頁 40 秒帶過。不要背資料夾名稱，指著四格講就好。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這頁故意講。老師如果問地圖或餐廳，直接說現在就是這個狀態，不要改口說下週就好。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分工照計畫書。如果某個人現場被問到自己那塊，再補細節。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如果還有時間，開公告頁給老師看今天的列表。不要開登入頁。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58368"/>
            <a:ext cx="91440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14D40"/>
                </a:solidFill>
                <a:latin typeface="Microsoft JhengHei"/>
                <a:ea typeface="Microsoft JhengHei"/>
                <a:cs typeface="Microsoft JhengHei"/>
              </a:rPr>
              <a:t>靜宜大學　資訊管理學系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60704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E6B64"/>
                </a:solidFill>
                <a:latin typeface="Microsoft JhengHei"/>
                <a:ea typeface="Microsoft JhengHei"/>
                <a:cs typeface="Microsoft JhengHei"/>
              </a:rPr>
              <a:t>專題成果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校園整合應用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2880360"/>
            <a:ext cx="1051560" cy="44450"/>
          </a:xfrm>
          <a:prstGeom prst="rect">
            <a:avLst/>
          </a:prstGeom>
          <a:solidFill>
            <a:srgbClr val="31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3108960"/>
            <a:ext cx="914400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課表、公告、校園服務，放在同一個入口。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61188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E6B64"/>
                </a:solidFill>
                <a:latin typeface="Microsoft JhengHei"/>
                <a:ea typeface="Microsoft JhengHei"/>
                <a:cs typeface="Microsoft JhengHei"/>
              </a:rPr>
              <a:t>Campus One　　nuni.tw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34924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指導老師　　張怡君、鄭婉淑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715000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資管三Ｂ　　顧晉瑋、周攸晨、楊世堅、吳容陞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10819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B64"/>
                </a:solidFill>
                <a:latin typeface="Microsoft JhengHei"/>
                <a:ea typeface="Microsoft JhengHei"/>
                <a:cs typeface="Microsoft JhengHei"/>
              </a:rPr>
              <a:t>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9184"/>
            <a:ext cx="11155680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查一件事，要開好幾個地方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384048" cy="38100"/>
          </a:xfrm>
          <a:prstGeom prst="rect">
            <a:avLst/>
          </a:prstGeom>
          <a:solidFill>
            <a:srgbClr val="31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0"/>
            <a:ext cx="67665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課表在選課系統。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2200" b="0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教材和作業在 TronClass。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2200" b="0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公告在處室網站，活動有時在社團或 IG。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2200" b="0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教室在哪、下一班公車，又是另外查。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160520"/>
            <a:ext cx="786384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這些入口的帳號不一樣，手機上就要記一堆網址。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我們想先回答的是：今天要去哪、要交什麼、公告寫了什麼。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7395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B64"/>
                </a:solidFill>
                <a:latin typeface="Microsoft JhengHei"/>
                <a:ea typeface="Microsoft JhengHei"/>
                <a:cs typeface="Microsoft JhengHei"/>
              </a:rPr>
              <a:t>2  / 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9184"/>
            <a:ext cx="11155680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所以做了 Campus 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384048" cy="38100"/>
          </a:xfrm>
          <a:prstGeom prst="rect">
            <a:avLst/>
          </a:prstGeom>
          <a:solidFill>
            <a:srgbClr val="31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同一個網站。先處理今天的課和待辦，再用目錄找其他服務。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965960"/>
            <a:ext cx="35661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2121408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14D40"/>
                </a:solidFill>
                <a:latin typeface="Microsoft JhengHei"/>
                <a:ea typeface="Microsoft JhengHei"/>
                <a:cs typeface="Microsoft JhengHei"/>
              </a:rPr>
              <a:t>不用登入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606040"/>
            <a:ext cx="315468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公告、地圖、公車、餐廳、圖書館。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看不看得到，看該校有沒有提供。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1688" y="1965960"/>
            <a:ext cx="35661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2856" y="2121408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14D40"/>
                </a:solidFill>
                <a:latin typeface="Microsoft JhengHei"/>
                <a:ea typeface="Microsoft JhengHei"/>
                <a:cs typeface="Microsoft JhengHei"/>
              </a:rPr>
              <a:t>Google 帳號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856" y="2606040"/>
            <a:ext cx="315468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進課程空間。看教材、繳作業、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回答測驗、看老師回饋。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56448" y="1965960"/>
            <a:ext cx="35661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57616" y="2121408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14D40"/>
                </a:solidFill>
                <a:latin typeface="Microsoft JhengHei"/>
                <a:ea typeface="Microsoft JhengHei"/>
                <a:cs typeface="Microsoft JhengHei"/>
              </a:rPr>
              <a:t>學校帳號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7616" y="2606040"/>
            <a:ext cx="315468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課表和成績要等學校那邊接上。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課表目前先記在自己的瀏覽器。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617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E6B64"/>
                </a:solidFill>
                <a:latin typeface="Microsoft JhengHei"/>
                <a:ea typeface="Microsoft JhengHei"/>
                <a:cs typeface="Microsoft JhengHei"/>
              </a:rPr>
              <a:t>靜宜是目前開放瀏覽的學校。換學校不會變成那所學校的學生。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7395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B64"/>
                </a:solidFill>
                <a:latin typeface="Microsoft JhengHei"/>
                <a:ea typeface="Microsoft JhengHei"/>
                <a:cs typeface="Microsoft JhengHei"/>
              </a:rPr>
              <a:t>3  / 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9184"/>
            <a:ext cx="11155680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課務放在同一份目錄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384048" cy="38100"/>
          </a:xfrm>
          <a:prstGeom prst="rect">
            <a:avLst/>
          </a:prstGeom>
          <a:solidFill>
            <a:srgbClr val="31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34440"/>
            <a:ext cx="393192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每一項都寫了要哪種帳號。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學校帳號和 Google 帳號分開，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不會點進去才發現進不去。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200400"/>
            <a:ext cx="393192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E6B64"/>
                </a:solidFill>
                <a:latin typeface="Microsoft JhengHei"/>
                <a:ea typeface="Microsoft JhengHei"/>
                <a:cs typeface="Microsoft JhengHei"/>
              </a:rPr>
              <a:t>課程空間是教材、作業、測驗和老師回饋。課表則可以先在瀏覽器整理。</a:t>
            </a:r>
          </a:p>
        </p:txBody>
      </p:sp>
      <p:pic>
        <p:nvPicPr>
          <p:cNvPr id="6" name="Picture 5" descr="deck-stu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143000"/>
            <a:ext cx="6949440" cy="345541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709160" y="1143000"/>
            <a:ext cx="6949440" cy="3455415"/>
          </a:xfrm>
          <a:prstGeom prst="rect">
            <a:avLst/>
          </a:prstGeom>
          <a:noFill/>
          <a:ln w="12700"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B64"/>
                </a:solidFill>
                <a:latin typeface="Microsoft JhengHei"/>
                <a:ea typeface="Microsoft JhengHei"/>
                <a:cs typeface="Microsoft JhengHei"/>
              </a:rPr>
              <a:t>4  / 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9184"/>
            <a:ext cx="11155680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這週的課，先記在瀏覽器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384048" cy="38100"/>
          </a:xfrm>
          <a:prstGeom prst="rect">
            <a:avLst/>
          </a:prstGeom>
          <a:solidFill>
            <a:srgbClr val="31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eck-timetab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15568"/>
            <a:ext cx="7457025" cy="5074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1115568"/>
            <a:ext cx="7457025" cy="5074920"/>
          </a:xfrm>
          <a:prstGeom prst="rect">
            <a:avLst/>
          </a:prstGeom>
          <a:noFill/>
          <a:ln w="12700"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132588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節次用靜宜的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第 1 到 13 節。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2468880"/>
            <a:ext cx="320040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E6B64"/>
                </a:solidFill>
                <a:latin typeface="Microsoft JhengHei"/>
                <a:ea typeface="Microsoft JhengHei"/>
                <a:cs typeface="Microsoft JhengHei"/>
              </a:rPr>
              <a:t>學校選課還沒接上，這張表不是教務處的紀錄。課是在這台瀏覽器排的，清掉瀏覽器資料就不見。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470916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教室寫靜安樓，是管理學院那棟。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B64"/>
                </a:solidFill>
                <a:latin typeface="Microsoft JhengHei"/>
                <a:ea typeface="Microsoft JhengHei"/>
                <a:cs typeface="Microsoft JhengHei"/>
              </a:rPr>
              <a:t>5  / 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9184"/>
            <a:ext cx="11155680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校園生活也在同一份目錄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384048" cy="38100"/>
          </a:xfrm>
          <a:prstGeom prst="rect">
            <a:avLst/>
          </a:prstGeom>
          <a:solidFill>
            <a:srgbClr val="31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eck-campu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7452360" cy="46453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143000"/>
            <a:ext cx="7452360" cy="4645304"/>
          </a:xfrm>
          <a:prstGeom prst="rect">
            <a:avLst/>
          </a:prstGeom>
          <a:noFill/>
          <a:ln w="12700"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1371600"/>
            <a:ext cx="356616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地圖、公車、餐廳、圖書館從這裡進去。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2743200"/>
            <a:ext cx="356616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E6B64"/>
                </a:solidFill>
                <a:latin typeface="Microsoft JhengHei"/>
                <a:ea typeface="Microsoft JhengHei"/>
                <a:cs typeface="Microsoft JhengHei"/>
              </a:rPr>
              <a:t>職涯那一列寫了還沒接到校方。沒有做成看起來已經能用。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B64"/>
                </a:solidFill>
                <a:latin typeface="Microsoft JhengHei"/>
                <a:ea typeface="Microsoft JhengHei"/>
                <a:cs typeface="Microsoft JhengHei"/>
              </a:rPr>
              <a:t>6  / 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9184"/>
            <a:ext cx="11155680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公告是 10 月 14 日抓的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384048" cy="38100"/>
          </a:xfrm>
          <a:prstGeom prst="rect">
            <a:avLst/>
          </a:prstGeom>
          <a:solidFill>
            <a:srgbClr val="31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07008"/>
            <a:ext cx="3977639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公開處室公告，不用登入。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這張是當天下午 3 點多從網站讀到的，不是事先做的假資料。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880360"/>
            <a:ext cx="3977639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E6B64"/>
                </a:solidFill>
                <a:latin typeface="Microsoft JhengHei"/>
                <a:ea typeface="Microsoft JhengHei"/>
                <a:cs typeface="Microsoft JhengHei"/>
              </a:rPr>
              <a:t>來源有校警、資訊處、事務組、教務處。有的標題很長，有的只是專區名稱，原文頁本來就這樣，我們沒有改寫。</a:t>
            </a:r>
          </a:p>
        </p:txBody>
      </p:sp>
      <p:pic>
        <p:nvPicPr>
          <p:cNvPr id="6" name="Picture 5" descr="deck-announcemen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15568"/>
            <a:ext cx="5905361" cy="50749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754880" y="1115568"/>
            <a:ext cx="5905361" cy="5074920"/>
          </a:xfrm>
          <a:prstGeom prst="rect">
            <a:avLst/>
          </a:prstGeom>
          <a:noFill/>
          <a:ln w="12700"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B64"/>
                </a:solidFill>
                <a:latin typeface="Microsoft JhengHei"/>
                <a:ea typeface="Microsoft JhengHei"/>
                <a:cs typeface="Microsoft JhengHei"/>
              </a:rPr>
              <a:t>7  / 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9184"/>
            <a:ext cx="11155680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手機寬度還是同一套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384048" cy="38100"/>
          </a:xfrm>
          <a:prstGeom prst="rect">
            <a:avLst/>
          </a:prstGeom>
          <a:solidFill>
            <a:srgbClr val="31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0"/>
            <a:ext cx="65836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上面改成今天、課務、生活、我。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20240"/>
            <a:ext cx="676656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公告往下排，不是另外做一版給手機。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App 也是這四個位置，程式在 apps/mobile。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200400"/>
            <a:ext cx="65836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E6B64"/>
                </a:solidFill>
                <a:latin typeface="Microsoft JhengHei"/>
                <a:ea typeface="Microsoft JhengHei"/>
                <a:cs typeface="Microsoft JhengHei"/>
              </a:rPr>
              <a:t>網站和 App 共用帳號規則。不是兩個不相干的畫面。</a:t>
            </a:r>
          </a:p>
        </p:txBody>
      </p:sp>
      <p:pic>
        <p:nvPicPr>
          <p:cNvPr id="7" name="Picture 6" descr="deck-ph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143000"/>
            <a:ext cx="2638769" cy="50749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366760" y="1143000"/>
            <a:ext cx="2638769" cy="5074920"/>
          </a:xfrm>
          <a:prstGeom prst="rect">
            <a:avLst/>
          </a:prstGeom>
          <a:noFill/>
          <a:ln w="12700"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B64"/>
                </a:solidFill>
                <a:latin typeface="Microsoft JhengHei"/>
                <a:ea typeface="Microsoft JhengHei"/>
                <a:cs typeface="Microsoft JhengHei"/>
              </a:rPr>
              <a:t>8  / 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9184"/>
            <a:ext cx="11155680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程式怎麼切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384048" cy="38100"/>
          </a:xfrm>
          <a:prstGeom prst="rect">
            <a:avLst/>
          </a:prstGeom>
          <a:solidFill>
            <a:srgbClr val="31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41732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72768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14D40"/>
                </a:solidFill>
                <a:latin typeface="Microsoft JhengHei"/>
                <a:ea typeface="Microsoft JhengHei"/>
                <a:cs typeface="Microsoft JhengHei"/>
              </a:rPr>
              <a:t>你看到的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93392"/>
            <a:ext cx="237744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網頁 Next.js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App 用 Expo</a:t>
            </a:r>
          </a:p>
        </p:txBody>
      </p:sp>
      <p:sp>
        <p:nvSpPr>
          <p:cNvPr id="7" name="Rectangle 6"/>
          <p:cNvSpPr/>
          <p:nvPr/>
        </p:nvSpPr>
        <p:spPr>
          <a:xfrm>
            <a:off x="3493008" y="141732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572768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14D40"/>
                </a:solidFill>
                <a:latin typeface="Microsoft JhengHei"/>
                <a:ea typeface="Microsoft JhengHei"/>
                <a:cs typeface="Microsoft JhengHei"/>
              </a:rPr>
              <a:t>課程與帳號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993392"/>
            <a:ext cx="237744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Nuni API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登入、課程、繳交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19088" y="141732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572768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14D40"/>
                </a:solidFill>
                <a:latin typeface="Microsoft JhengHei"/>
                <a:ea typeface="Microsoft JhengHei"/>
                <a:cs typeface="Microsoft JhengHei"/>
              </a:rPr>
              <a:t>校園資料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993392"/>
            <a:ext cx="237744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Firebase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公告這類公開資料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45168" y="141732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0" y="1572768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14D40"/>
                </a:solidFill>
                <a:latin typeface="Microsoft JhengHei"/>
                <a:ea typeface="Microsoft JhengHei"/>
                <a:cs typeface="Microsoft JhengHei"/>
              </a:rPr>
              <a:t>兩邊共用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1993392"/>
            <a:ext cx="237744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packages/shared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權限與資料格式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52044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權限不是只把按鈕藏起來。路由、畫面、後端都會再查一次。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1148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E6B64"/>
                </a:solidFill>
                <a:latin typeface="Microsoft JhengHei"/>
                <a:ea typeface="Microsoft JhengHei"/>
                <a:cs typeface="Microsoft JhengHei"/>
              </a:rPr>
              <a:t>程式在 GitHub：Miiduoa/graduation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47395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B64"/>
                </a:solidFill>
                <a:latin typeface="Microsoft JhengHei"/>
                <a:ea typeface="Microsoft JhengHei"/>
                <a:cs typeface="Microsoft JhengHei"/>
              </a:rPr>
              <a:t>9  / 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9184"/>
            <a:ext cx="11155680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這些還沒好，所以沒有放圖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384048" cy="38100"/>
          </a:xfrm>
          <a:prstGeom prst="rect">
            <a:avLst/>
          </a:prstGeom>
          <a:solidFill>
            <a:srgbClr val="31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0"/>
            <a:ext cx="107899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1    校園地圖開得到頁面，但現在沒有可顯示的地點。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2    餐廳這次沒讀到菜單。餐點仍以店家現場為準。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3    公車站牌查詢還沒啟用。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4    線上付款、宿舍報修沒有接校方。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2000" b="0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5    前面的課表是瀏覽器裡的紀錄，不是教務處的選課結果。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98348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314D40"/>
                </a:solidFill>
                <a:latin typeface="Microsoft JhengHei"/>
                <a:ea typeface="Microsoft JhengHei"/>
                <a:cs typeface="Microsoft JhengHei"/>
              </a:rPr>
              <a:t>這不是學校的正式系統。瀏覽靜宜，也不等於取得學籍。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7395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B64"/>
                </a:solidFill>
                <a:latin typeface="Microsoft JhengHei"/>
                <a:ea typeface="Microsoft JhengHei"/>
                <a:cs typeface="Microsoft JhengHei"/>
              </a:rPr>
              <a:t>10  / 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9184"/>
            <a:ext cx="11155680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四個人怎麼分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96112"/>
            <a:ext cx="384048" cy="38100"/>
          </a:xfrm>
          <a:prstGeom prst="rect">
            <a:avLst/>
          </a:prstGeom>
          <a:solidFill>
            <a:srgbClr val="31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顧晉瑋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316736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架構、後端，還有跟老師對進度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39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周攸晨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185415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網頁和手機的主要畫面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楊世堅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3054096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課表、地圖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862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吳容陞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922776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餐廳、公告、操作說明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834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E6B64"/>
                </a:solidFill>
                <a:latin typeface="Microsoft JhengHei"/>
                <a:ea typeface="Microsoft JhengHei"/>
                <a:cs typeface="Microsoft JhengHei"/>
              </a:rPr>
              <a:t>需求、測試和這份簡報是一起做的。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47395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B64"/>
                </a:solidFill>
                <a:latin typeface="Microsoft JhengHei"/>
                <a:ea typeface="Microsoft JhengHei"/>
                <a:cs typeface="Microsoft JhengHei"/>
              </a:rPr>
              <a:t>11  / 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12344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E6B64"/>
                </a:solidFill>
                <a:latin typeface="Microsoft JhengHei"/>
                <a:ea typeface="Microsoft JhengHei"/>
                <a:cs typeface="Microsoft JhengHei"/>
              </a:rPr>
              <a:t>現在可以打開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9164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nuni.tw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651760"/>
            <a:ext cx="91440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公告　　nuni.tw/announcements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2000" b="0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服務　　nuni.tw/search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2000" b="0">
                <a:solidFill>
                  <a:srgbClr val="1E332C"/>
                </a:solidFill>
                <a:latin typeface="Microsoft JhengHei"/>
                <a:ea typeface="Microsoft JhengHei"/>
                <a:cs typeface="Microsoft JhengHei"/>
              </a:rPr>
              <a:t>程式　　github.com/Miiduoa/graduation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0292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14D40"/>
                </a:solidFill>
                <a:latin typeface="Microsoft JhengHei"/>
                <a:ea typeface="Microsoft JhengHei"/>
                <a:cs typeface="Microsoft JhengHei"/>
              </a:rPr>
              <a:t>以上，謝謝老師。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7395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B64"/>
                </a:solidFill>
                <a:latin typeface="Microsoft JhengHei"/>
                <a:ea typeface="Microsoft JhengHei"/>
                <a:cs typeface="Microsoft JhengHei"/>
              </a:rPr>
              <a:t>12  /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校園整合應用</dc:title>
  <dc:subject>靜宜大學資訊管理學系專題</dc:subject>
  <dc:creator>顧晉瑋</dc:creator>
  <cp:keywords/>
  <dc:description/>
  <cp:lastModifiedBy>顧晉瑋</cp:lastModifiedBy>
  <cp:revision>1</cp:revision>
  <dcterms:created xsi:type="dcterms:W3CDTF">2026-10-14T08:01:00Z</dcterms:created>
  <dcterms:modified xsi:type="dcterms:W3CDTF">2026-10-14T08:01:00Z</dcterms:modified>
  <cp:category/>
</cp:coreProperties>
</file>