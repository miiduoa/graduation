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13432" cy="5029200"/>
          </a:xfrm>
          <a:prstGeom prst="roundRect">
            <a:avLst>
              <a:gd name="adj" fmla="val 7905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3" name="Image 0" descr="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" y="987552"/>
            <a:ext cx="2167128" cy="4882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校園學習中樞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0" y="2423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Learning OS · Mobile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114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Tab · 8 角色全覆蓋校園 APP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0" y="3749040"/>
            <a:ext cx="1828800" cy="27432"/>
          </a:xfrm>
          <a:prstGeom prst="rect">
            <a:avLst/>
          </a:prstGeom>
          <a:solidFill>
            <a:srgbClr val="4DB6AC"/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0" y="3931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+ Android · Expo SDK 54 · React Native 0.81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0" y="6217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靜宜大學 · 資訊管理學系 · 畢業專題口試 · 2026.05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為什麼做這個專題?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現有校園 APP 各自為政,學生切 4~6 個 APP 才能完成一天的校園生活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資訊散落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TronClass 課程、餐廳訂位、LINE 公告、校務系統借書 — 4-6 個 APP 切換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348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🎭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7091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單一角色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091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 APP 只設計給學生,教師/系主任/管理員只能用學生畫面湊合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1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🤖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5953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邊緣化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953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多數系統的 AI 是「另開一個 chatbot」— 真正的 AI 應該內嵌每一頁、能直接動作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852160"/>
            <a:ext cx="1143000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📊 大學生每天平均切 4.2 個校園相關 APP / LINE 群 ─ 我們把它整合成 1 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系統設計三主軸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統一導航 · 跨角色資料貫穿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3227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球懸浮所有畫面之上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6850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主動產生今日計畫,不等使用者問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1422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/ 起草評語 / 一鍵動作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5994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上下文感知 — 嵌入每個 tab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6634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統一導航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800600" y="32278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/ 學習 / 校園 / 訊息 四 Tab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6850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球凸出 — Fitts's Law 優化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41422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所有角色看到同一個 nav 結構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5994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內容由 stack dispatcher 依角色適配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496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85496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686800" y="32278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統一 source-of-truth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86800" y="36850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28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教師收件匣顯示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86800" y="41422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428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同條對話、不同角色端共用 thread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686800" y="45994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428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AsyncStorage 持久化 + Firebase mock 雙路徑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個 demo 角色 + 1 個訪客模式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同一份 demoPersona 資料源,9 種真實身份切換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271370" cy="4937760"/>
          </a:xfrm>
          <a:prstGeom prst="roundRect">
            <a:avLst>
              <a:gd name="adj" fmla="val 8052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00_guest_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90472"/>
            <a:ext cx="2125066" cy="4791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" y="6446520"/>
            <a:ext cx="3002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訪客 landing · 一鍵切換 demo 帳號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👩‍🎓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7512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顧晉瑋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M11302001 · 資管三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96112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9828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👫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978408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林宏志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· 資工系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85216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🧑‍🏫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67512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 張怡君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 · 資料庫課程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6112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9828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🧑‍💻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78408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林助教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碩二 · 資管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85216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8932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667512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黃主任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資管系 · 公告審核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6112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09828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978408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系統管理員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資訊處 · 全系設定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🍱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667512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商家 阿英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中餐部店長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96112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👪</a:t>
            </a:r>
            <a:endParaRPr lang="en-US" sz="2600" dirty="0"/>
          </a:p>
        </p:txBody>
      </p:sp>
      <p:sp>
        <p:nvSpPr>
          <p:cNvPr id="32" name="Text 29"/>
          <p:cNvSpPr/>
          <p:nvPr/>
        </p:nvSpPr>
        <p:spPr>
          <a:xfrm>
            <a:off x="978408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家長 顧媽媽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顧晉瑋 媽媽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544068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89320" y="5440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6675120" y="5440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社團幹部 威廷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資管學會長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Today · AI 已就緒等你回校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 · AI 主動分析優先順序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1_to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Today · Expo Web 真實截圖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86800" y="13716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371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早安 / 晚安 + 名字 + 級別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時間感知:早晨 / 中午 / 晚上不同問候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2860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統整課表 + 作業截止為一個數字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32004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建議「先去主餐廳吃中餐」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$95 / 步行 8 分 / ⭐ 4.5 — 上下文推薦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41148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114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下一堂課:資料結構 9:10-10:50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導航 / 請假按鈕直接動作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686800" y="50292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5029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本週待辦 3 件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作業 / 報告 / 週記 — 依時間排序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+ 1 助理導航架構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個情境 Tab 平均分布,中央 AI 球凸出 — 整個 App 的作業系統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947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8056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球懸浮 / 4 Tab(今天 學習 校園 訊息)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37160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371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☀️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417320" y="1371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統整今日任務、課表、提醒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31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417320" y="2331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Learn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 / 作業 / 成績 / 討論 / 助教批改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9184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3232" y="32918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41732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球(中央)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懸浮全 App · 對話 + 一鍵動作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25196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4251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1417320" y="4251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Campus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/ 圖書館 / 宿舍 / 交通 / 列印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21208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52120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417320" y="5212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 Messages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 + 通知 + 課程群組 + 好友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104120" y="1325880"/>
            <a:ext cx="1783080" cy="5029200"/>
          </a:xfrm>
          <a:prstGeom prst="roundRect">
            <a:avLst>
              <a:gd name="adj" fmla="val 512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04120" y="1325880"/>
            <a:ext cx="17830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Hick's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首層只 4 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降低認知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球比 Tab 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高頻最易點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看同一套 nav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左側抽屜 · 學生 vs 訪客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UI 框架,內容依角色自動切換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drawer_op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019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個人 / AI / 學分與畢業規劃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header_drawer_op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2259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👀 訪客 · 校園訪客 · 學校帳號登入 引導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— 學生視角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段對話 / 1 則需要回覆 · AI 已分類整理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· AI 摘要 + 篩選 chips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今日摘要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件你應該知道:報告延長 / 獎學金截止 / 黑客松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🔘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篩選 chips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全部 / 緊急 / 課程 / 系辦 / 社團 5 類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私訊清單(隨角色變)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demoPersona 撈,切換角色看到不同 4 段對話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建議回覆(角色感知)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針對最新未讀,自動生成口語化回覆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① — 同 App,不同角色看到不同對話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左:學生 4/1 未讀(顧晉瑋)· 右:教師 4/2 未讀(張怡君)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4 對話 / 1 則需回覆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m_teacher_02_messag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 張怡君 · 4 對話 / 2 則需回覆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② — 私訊 + AI 建議回覆 也跟角色走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 demoPersona 資料源,雙端看到對方姓名 / 角色感知的回覆草稿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學生看到:張怡君 / 林助教 / 林宏志 / 威廷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m_teacher_07_messages_d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教師看到:顧晉瑋 / 林助教 / 黃主任 / 顧媽媽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— 角色 + 對象都會調口氣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→ 較正式;學生對學生 → 較口語;老師對學生 → 親切但有距離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admin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系主任視角 · AI 建議回覆改成系所辦氣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49377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💡 AI 建議回覆規則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778240" y="199339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34272" y="187452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teacher: 客氣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778240" y="241401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34272" y="229514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ta: 朋友式詢問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778240" y="283464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34272" y="2715768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me=teacher → student: 鼓勵語氣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78240" y="325526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34272" y="3136392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me=admin → 全部: 公文氣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778240" y="367588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34272" y="3557016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依「過往語氣」微調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778240" y="409651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34272" y="397764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送出前必須使用者確認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778240" y="451713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34272" y="439826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可一鍵編輯/不要這版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Tab — 8 類校園服務 + 智慧搜尋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所有跟生活相關的:餐 / 借書 / 修 / 列印 / 健康 / 物招領 / 無障礙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3_camp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hub · 搜尋 + 8 個 service 卡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🍱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59536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餐廳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訂餐 / 人潮預測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28700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8700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028700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圖書館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28700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查書 / 續借 / 座位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59536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859536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宿舍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59536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報修 / 訪客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028700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8700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🚌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28700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公車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8700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排班 / 搭車中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9536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859536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校園地圖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59536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Google Maps 整合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1028700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28700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🛣️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1028700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路線規劃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28700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走路 / 公車組合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59536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9536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🚇</a:t>
            </a:r>
            <a:endParaRPr lang="en-US" sz="2800" dirty="0"/>
          </a:p>
        </p:txBody>
      </p:sp>
      <p:sp>
        <p:nvSpPr>
          <p:cNvPr id="35" name="Text 32"/>
          <p:cNvSpPr/>
          <p:nvPr/>
        </p:nvSpPr>
        <p:spPr>
          <a:xfrm>
            <a:off x="859536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台中交通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59536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高鐵 / 火車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28700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8700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🖨️</a:t>
            </a:r>
            <a:endParaRPr lang="en-US" sz="2800" dirty="0"/>
          </a:p>
        </p:txBody>
      </p:sp>
      <p:sp>
        <p:nvSpPr>
          <p:cNvPr id="39" name="Text 36"/>
          <p:cNvSpPr/>
          <p:nvPr/>
        </p:nvSpPr>
        <p:spPr>
          <a:xfrm>
            <a:off x="1028700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列印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028700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雲端送印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· 智慧人潮預測 + 揪團訂餐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3 間餐廳 942 個座位 — AI 即時告訴你哪間排隊最短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cafeteria_restaurant_sele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🍱 校園餐廳 · 智慧人潮預測 · 揪團訂餐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58191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51392" y="146304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「3 間餐廳 · 942 個座位」入口資訊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595360" y="200253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51392" y="188366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人潮預測 chip:人少 / 一般 / 滿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95360" y="2423160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51392" y="23042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本月餐費追蹤 + 預算管控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95360" y="2843784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51392" y="2724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揪團訂餐:鎖 9-10 人,自動分單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595360" y="3264408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51392" y="314553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搜尋店家 / 菜系 / 類型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595360" y="368503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51392" y="356616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靜園 / 翠園 / 餐車各自獨立列表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95360" y="410565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51392" y="398678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 大拇指區:icon-only 進入詳情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 · 懸浮 overlay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球任何畫面都可呼叫 · 對話 + 一鍵動作 + 上下文感知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i_overlay_op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校園助理 · 訂餐 / 預約 / 提醒 一鍵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「最近操作」chip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預約座位 / 設定提醒 3 顆 — returning user 一秒回到上次任務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即時警示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「程式設計 HW5 明天 23:59 截止!需要我幫你安排時間嗎?」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對話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「我可以幫你直接執行操作,不只是回答問題」— 工具呼叫式 agent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建議快捷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幫我訂午餐 / 我頭有點痛 / 幫我預約圖書館座位 — 上下文 prefilled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Tab · AI 為你按截止日 + 進度排優先序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「今日專注建議:Lab 3」「複習:上週資料結構 — 雜湊表」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4_lea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🎓 學習 hub · AI 即時運算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📌 今日專注建議:先做 Lab 3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高優先 · 截止 23:59 · 進度 0% · 建議今晚 19:00-23:00 完成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💡 複習:雜湊表(週四上課)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把上週 4 節課重點整理成 5 分鐘速覽 — 一鍵開始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78240" y="3886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進入作業 / 排到行事曆 / 找同學討論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給你 3 個立刻能做的下一步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0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已驗證 標記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建議都會清楚標明信心 / 來源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· 僅限「在校學生」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教師/助教/系主任/管理員/校友/訪客全部攔截到友善的「僅限學生」頁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D1FAE5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F46"/>
                </a:solidFill>
              </a:rPr>
              <a:t>✅ 學生視角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22199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10312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畢業學分進度:78 / 128 (61%)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64261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5237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各類學分:必修 / 選修 / 通識 / 體育 / 服務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06324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2944368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GPA 總績點 3.55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48386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3364992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勾下學期想選的課 → 自動算學分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390448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3785616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同時段衝堂自動標紅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32511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20624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AI「下學期選什麼最佳?」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4652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FEE2E2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1B1B"/>
                </a:solidFill>
              </a:rPr>
              <a:t>⛔ 非學生 (教師 / 系主任 / 管理員 / 校友 / 訪客)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21945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🚫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6446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1D1D"/>
                </a:solidFill>
              </a:rPr>
              <a:t>學分試算僅限在校學生使用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46520" y="384048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教師端 → 教學工作台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/ 管理員 → 管理後台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校友 → 唯讀公開資訊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46520" y="5760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LearnStack + MeStack 雙重 guard;入口 row、AI 洞察卡、課表 header 按鈕都全部隱藏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 · 1 個動作 → N 個角色看到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+ roleEventBus 廣播 — 同一份事實,5 個角色看到的不同切面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85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737360"/>
            <a:ext cx="731520" cy="7315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👩‍🎓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856D6"/>
                </a:solidFill>
              </a:rPr>
              <a:t>學生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請假申請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下訂單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求助 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F5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0" cy="731520"/>
          </a:xfrm>
          <a:prstGeom prst="ellipse">
            <a:avLst/>
          </a:prstGeom>
          <a:solidFill>
            <a:srgbClr val="AF52DE"/>
          </a:solidFill>
          <a:ln w="12700">
            <a:solidFill>
              <a:srgbClr val="AF52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🧑‍💻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5760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F52DE"/>
                </a:solidFill>
              </a:rPr>
              <a:t>助教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答覆求助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批改前 5 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回報老師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676656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567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1737360"/>
            <a:ext cx="731520" cy="731520"/>
          </a:xfrm>
          <a:prstGeom prst="ellipse">
            <a:avLst/>
          </a:prstGeom>
          <a:solidFill>
            <a:srgbClr val="3567C8"/>
          </a:solidFill>
          <a:ln w="12700">
            <a:solidFill>
              <a:srgbClr val="356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🧑‍🏫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76656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7C8"/>
                </a:solidFill>
              </a:rPr>
              <a:t>教師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收件箱看到請假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 / 退回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起草評語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9828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87552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795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52760" y="1737360"/>
            <a:ext cx="731520" cy="731520"/>
          </a:xfrm>
          <a:prstGeom prst="ellipse">
            <a:avLst/>
          </a:prstGeom>
          <a:solidFill>
            <a:srgbClr val="C79532"/>
          </a:solidFill>
          <a:ln w="12700">
            <a:solidFill>
              <a:srgbClr val="C795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5276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875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532"/>
                </a:solidFill>
              </a:rPr>
              <a:t>系主任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5840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看到全系異常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核准廣播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預警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612880" cy="1188720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DB6AC"/>
                </a:solidFill>
              </a:rPr>
              <a:t>🔄 demoPersona + roleEventBus + AsyncStorage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5321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所有動作寫入本機 persistent store + per-uid 路由;同 thread id 雙端看同一份資料;Firebase 沒設定也能跑完整 demo,demo 場景 100% 還原。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角色 × 4 Tab 內容矩陣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Tab,5 種角色看到不一樣的東西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37160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55448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7452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767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8620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5935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9788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7103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🧑‍💻 助教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0956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8271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🏛️ 系主任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92124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9439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管理員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37744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3774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7452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4767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 / 作業 / 學分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8620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935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待批改 / 缺交 / 約談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9788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7103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批改佇列 / 求助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0956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8271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系所健康度 / 風險課程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2124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9439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系統指標 / 異常告警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320040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20040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7452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767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我的課 / 成績 / 學分試算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8620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5935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我的班 / 點名 / 評量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9788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7103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助教批改 / 成績冊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0956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8271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全系課程統計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92124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9439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課程資料管理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402336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402336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87452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4767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借書 / 報修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88620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5935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同上(學生身份外)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9788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7103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0956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8271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92124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9439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系統設定 / 帳號管理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02920" y="484632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484632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187452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4767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/ 老師 / 課程群組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88620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5935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學生求助 / 公告審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89788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7103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 群組 / 學生問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90956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8271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系所廣播 / 公告審核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92124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9439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系統訊息 / 維運告警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· 真正的角色身份 + 隱私資料層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解決 demo 三大常見問題:資料不隔離 / 按鈕死當 / 故事不連貫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66160" y="1691640"/>
            <a:ext cx="457200" cy="45720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為什麼學生 A 看得到老師 B 私訊?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訊息資料以 personaUid 為 key 隔離。切換 demo 角色 = 換收件箱。viewer 不在 participants 一律不回傳。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95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1691640"/>
            <a:ext cx="457200" cy="45720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儀表板按鈕點了沒反應?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每個 mission 都帶明確 navigate target(路由 + params),透過 safeNavigate,找不到路由跳 Toast 而不是死當。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210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1691640"/>
            <a:ext cx="457200" cy="45720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496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故事不連貫?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教師收件箱待審 → 系主任儀表板異常出席率 — 三個角色看的是同一份事實的不同切面。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897880"/>
            <a:ext cx="11612880" cy="502920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97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📜 fact-flow:leave_request → 教師收件箱 + 系主任異常燈號;exam_grade → 學生 + 家長(學生授權)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技術架構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React Native 0.81 · iOS + Android + Web fallback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📱 UI / Screen 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63347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RN 0.81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200400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 Navigation 7 · BottomTab + NativeStack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67328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自訂 FloatingTabBar(中央 AI 球)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34256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 screens 模組化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901184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畫面樣式 tokens・全 App 統一視覺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091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🔐 權限 / 角色層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800600" y="263347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usePermissions + RouteGuard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20040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角色 + 訪客 / 家長 / 商家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6732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deep-link 也擋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33425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= single source of truth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00600" y="490118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566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mockAuth session via AsyncStorage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5953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/ 後端層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686800" y="2633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28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428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Functions askCampusAssistant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86800" y="376732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428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Supabase LMS v2 · 測驗 / 題庫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686800" y="433425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28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AI + Offline fallback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686800" y="490118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28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純本機可跑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開發里程碑 + 程式碼指標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0 到完整可口試 demo 的兩個月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Screens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6432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1,500+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3456432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Modules bundled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64224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64224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364224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 角色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72016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72016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95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9272016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1161288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86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🗓️ 開發里程碑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M1(3 月初):4+1 nav 架構 + 8 角色定義 + demoPersona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46817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M2(3 月底):Today / Learn / Campus / Messages 四 tab 完整 UX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50657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M3(4 月中):AI 球 overlay + 訊息中心三合一 + AI 建議回覆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54498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M4(4 月底):demoPersona 跨角色資料貫穿 + 學分試算嚴格 guard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58338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M5(5 月初):跨平台適配(iOS / Android / Web fallback)+ 口試素材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總結與展望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— 從「8 個 APP」走到「1 個 OS」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9496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已完成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81635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9748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助理導航 + 8 角色完整切換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23697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11810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· 私訊 + 好友 + 系統通知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6576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53872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訊息跨角色已實證 · demoPersona 雙端共用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407822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959352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嚴格 guard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49884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379976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校園助理懸浮 overlay · 對話 + 動作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919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80060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· 角色 + 對象 兩維度感知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34009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522122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本機 demoPersona + AsyncStorage 完整 fallback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103120"/>
            <a:ext cx="534924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194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🚀 未來展望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537960" y="281635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93992" y="269748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上架 TestFlight + Google Play Internal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37960" y="3236976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93992" y="3118104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e 校園 SSO 正式串接(取代 mock)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3657600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93992" y="3538728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Tools 真實執行(訂餐 / 借書 / 請假)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37960" y="4078224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93992" y="3959352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Live Activity + Widget + Lock Screen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37960" y="4498848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93992" y="4379976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推播深度整合(每個跨角色事件都會推)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37960" y="491947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93992" y="480060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社團活動報名 + Google Calendar 自動同步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· 畢業專題 · 2026.05 · ❤️ Made with Expo + React Native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校園學習中樞 — Mobile · 畢業專題</dc:title>
  <dc:subject>PptxGenJS Presentation</dc:subject>
  <dc:creator>Campus Mobile</dc:creator>
  <cp:lastModifiedBy>Campus Mobile</cp:lastModifiedBy>
  <cp:revision>1</cp:revision>
  <dcterms:created xsi:type="dcterms:W3CDTF">2026-05-19T05:28:48Z</dcterms:created>
  <dcterms:modified xsi:type="dcterms:W3CDTF">2026-05-19T05:28:48Z</dcterms:modified>
</cp:coreProperties>
</file>